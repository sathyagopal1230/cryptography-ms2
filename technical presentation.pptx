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ya M" initials="SM" lastIdx="1" clrIdx="0">
    <p:extLst>
      <p:ext uri="{19B8F6BF-5375-455C-9EA6-DF929625EA0E}">
        <p15:presenceInfo xmlns:p15="http://schemas.microsoft.com/office/powerpoint/2012/main" userId="740ca0a85e2429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commentAuthors" Target="commentAuthor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0T09:16:43.616" idx="1">
    <p:pos x="7680" y="0"/>
    <p:text>sathya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2404872" cy="201168"/>
          </a:xfrm>
          <a:prstGeom prst="rect">
            <a:avLst/>
          </a:prstGeom>
          <a:solidFill>
            <a:srgbClr val="F5B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0" y="6126480"/>
            <a:ext cx="1490472" cy="7315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CAESAR TO VIGENÈRE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4984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500" b="1">
                <a:solidFill>
                  <a:srgbClr val="F5B841"/>
                </a:solidFill>
                <a:latin typeface="Aptos"/>
              </a:defRPr>
            </a:pPr>
            <a:r>
              <a:t>Evolution of Substitution Ciphers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Technical Presentation • Cryptography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1. What Is a Substitution Cipher?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8303C"/>
                </a:solidFill>
                <a:latin typeface="Aptos"/>
              </a:defRPr>
            </a:pPr>
            <a:r>
              <a:t>•  A substitution cipher replaces each letter with another letter.</a:t>
            </a:r>
          </a:p>
          <a:p>
            <a:pPr>
              <a:spcAft>
                <a:spcPts val="1800"/>
              </a:spcAft>
              <a:defRPr sz="2300">
                <a:solidFill>
                  <a:srgbClr val="28303C"/>
                </a:solidFill>
                <a:latin typeface="Aptos"/>
              </a:defRPr>
            </a:pPr>
            <a:r>
              <a:t>•  The original message is called plaintext.</a:t>
            </a:r>
          </a:p>
          <a:p>
            <a:pPr>
              <a:spcAft>
                <a:spcPts val="1800"/>
              </a:spcAft>
              <a:defRPr sz="2300">
                <a:solidFill>
                  <a:srgbClr val="28303C"/>
                </a:solidFill>
                <a:latin typeface="Aptos"/>
              </a:defRPr>
            </a:pPr>
            <a:r>
              <a:t>•  The coded message is called ciphertext.</a:t>
            </a:r>
          </a:p>
          <a:p>
            <a:pPr>
              <a:spcAft>
                <a:spcPts val="1800"/>
              </a:spcAft>
              <a:defRPr sz="2300">
                <a:solidFill>
                  <a:srgbClr val="28303C"/>
                </a:solidFill>
                <a:latin typeface="Aptos"/>
              </a:defRPr>
            </a:pPr>
            <a:r>
              <a:t>•  A key or rule tells us how to encrypt and decrypt the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074920"/>
            <a:ext cx="9784080" cy="731520"/>
          </a:xfrm>
          <a:prstGeom prst="roundRect">
            <a:avLst/>
          </a:prstGeom>
          <a:solidFill>
            <a:srgbClr val="16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HELLO  →  KHOOR  →  HELLO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2. Caesar Cipher: The First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Named after Julius Caesar, who used it for secret messages.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Each letter is shifted by a fixed number of places.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Example: with a shift of 3, A → D, B → E, C → F.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To decrypt, shift each letter 3 places backward.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10515600" cy="777240"/>
          </a:xfrm>
          <a:prstGeom prst="roundRect">
            <a:avLst/>
          </a:prstGeom>
          <a:solidFill>
            <a:srgbClr val="DCEBF7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239512"/>
            <a:ext cx="101498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200" b="1">
                <a:solidFill>
                  <a:srgbClr val="162A4F"/>
                </a:solidFill>
                <a:latin typeface="Aptos"/>
              </a:defRPr>
            </a:pPr>
            <a:r>
              <a:t>Plain:  A  B  C  D  E  …     Cipher:  D  E  F  G  H  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3. Caesar Cipher: Solved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300" b="1">
                <a:solidFill>
                  <a:srgbClr val="162A4F"/>
                </a:solidFill>
                <a:latin typeface="Aptos"/>
              </a:defRPr>
            </a:pPr>
            <a:r>
              <a:t>Question: Encrypt the word CAT using a shift of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40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000" b="1">
                <a:solidFill>
                  <a:srgbClr val="162A4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100" b="0">
                <a:solidFill>
                  <a:srgbClr val="28303C"/>
                </a:solidFill>
                <a:latin typeface="Aptos"/>
              </a:defRPr>
            </a:pPr>
            <a:r>
              <a:t>C →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237744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1">
                <a:solidFill>
                  <a:srgbClr val="009696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24231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000" b="1">
                <a:solidFill>
                  <a:srgbClr val="162A4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100" b="0">
                <a:solidFill>
                  <a:srgbClr val="28303C"/>
                </a:solidFill>
                <a:latin typeface="Aptos"/>
              </a:defRPr>
            </a:pPr>
            <a:r>
              <a:t>A →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337560"/>
            <a:ext cx="237744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1">
                <a:solidFill>
                  <a:srgbClr val="009696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000" b="1">
                <a:solidFill>
                  <a:srgbClr val="162A4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926080"/>
            <a:ext cx="237744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100" b="0">
                <a:solidFill>
                  <a:srgbClr val="28303C"/>
                </a:solidFill>
                <a:latin typeface="Aptos"/>
              </a:defRPr>
            </a:pPr>
            <a:r>
              <a:t>T → 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37560"/>
            <a:ext cx="237744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1">
                <a:solidFill>
                  <a:srgbClr val="009696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8503920" cy="594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3000" b="1">
                <a:solidFill>
                  <a:srgbClr val="009696"/>
                </a:solidFill>
                <a:latin typeface="Aptos"/>
              </a:defRPr>
            </a:pPr>
            <a:r>
              <a:t>Answer: CAT → FDW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0">
                <a:solidFill>
                  <a:srgbClr val="28303C"/>
                </a:solidFill>
                <a:latin typeface="Aptos"/>
              </a:defRPr>
            </a:pPr>
            <a:r>
              <a:t>Decryption: FDW shifted 3 places backward gives CAT.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4. Vigenère Cipher: A Stronger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Developed later than the Caesar cipher.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It uses a keyword to create different letter shifts.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The same plaintext letter can become different ciphertext letters.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This makes it harder to break than a simple Caesar cipher.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029200"/>
            <a:ext cx="10149840" cy="868680"/>
          </a:xfrm>
          <a:prstGeom prst="roundRect">
            <a:avLst/>
          </a:prstGeom>
          <a:solidFill>
            <a:srgbClr val="16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230368"/>
            <a:ext cx="978408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Example keyword: KEY  •  Plaintext: CAT  •  Each letter uses the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5. Caesar vs Vigenère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109728" marR="109728" marT="73152" marB="73152">
                    <a:solidFill>
                      <a:srgbClr val="162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Caesar Cipher</a:t>
                      </a:r>
                    </a:p>
                  </a:txBody>
                  <a:tcPr marL="109728" marR="109728" marT="73152" marB="73152">
                    <a:solidFill>
                      <a:srgbClr val="162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Vigenère Cipher</a:t>
                      </a:r>
                    </a:p>
                  </a:txBody>
                  <a:tcPr marL="109728" marR="109728" marT="73152" marB="73152">
                    <a:solidFill>
                      <a:srgbClr val="162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Rule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One fixed shift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Keyword-based shifts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Shift 3: CAT → FDW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Keyword controls each shift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Easy to guess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Stronger, but not secure by modern standards</a:t>
                      </a:r>
                    </a:p>
                  </a:txBody>
                  <a:tcPr marL="109728" marR="109728" marT="73152" marB="73152">
                    <a:solidFill>
                      <a:srgbClr val="E1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800" b="1">
                <a:solidFill>
                  <a:srgbClr val="162A4F"/>
                </a:solidFill>
                <a:latin typeface="Aptos"/>
              </a:defRPr>
            </a:pPr>
            <a:r>
              <a:t>Both are historical substitution ciphers—not suitable for protecting modern sensitive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defRPr sz="2800" b="1">
                <a:solidFill>
                  <a:srgbClr val="162A4F"/>
                </a:solidFill>
                <a:latin typeface="Aptos"/>
              </a:defRPr>
            </a:pPr>
            <a:r>
              <a:t>6.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4572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>
              <a:defRPr sz="1200" b="1">
                <a:solidFill>
                  <a:srgbClr val="162A4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Substitution ciphers hide messages by replacing letters.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Caesar uses one fixed shift and is simple to understand.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Vigenère uses a keyword and changes the shift across the message.</a:t>
            </a:r>
          </a:p>
          <a:p>
            <a:pPr>
              <a:spcAft>
                <a:spcPts val="1800"/>
              </a:spcAft>
              <a:defRPr sz="2200">
                <a:solidFill>
                  <a:srgbClr val="28303C"/>
                </a:solidFill>
                <a:latin typeface="Aptos"/>
              </a:defRPr>
            </a:pPr>
            <a:r>
              <a:t>•  The evolution shows how people tried to improve secrecy.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166360"/>
            <a:ext cx="8503920" cy="731520"/>
          </a:xfrm>
          <a:prstGeom prst="round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5321808"/>
            <a:ext cx="81381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Thank You!  • 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Sathya M</cp:lastModifiedBy>
  <cp:revision>3</cp:revision>
  <dcterms:created xsi:type="dcterms:W3CDTF">2013-01-27T09:14:16Z</dcterms:created>
  <dcterms:modified xsi:type="dcterms:W3CDTF">2026-10-20T03:48:32Z</dcterms:modified>
  <cp:category/>
</cp:coreProperties>
</file>